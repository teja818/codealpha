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4572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828800" y="1234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400" kern="0" dirty="0">
                <a:solidFill>
                  <a:srgbClr val="00D2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TRAINING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828800" y="1965960"/>
            <a:ext cx="5029200" cy="3657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• Resist • Report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D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phishing emails &amp; fake websites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D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social engineering tactics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D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best practices to stay secure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D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with real-world examples &amp; quizzes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Cybersecurity Internship  |  Task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2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PHISHING?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005840"/>
          </a:xfrm>
          <a:prstGeom prst="rect">
            <a:avLst/>
          </a:prstGeom>
          <a:solidFill>
            <a:srgbClr val="21262D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type of cyberattack where criminals impersonate trusted entities via email, text, or websites to steal sensitive information such as passwords, credit card numbers, or login credentials.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411480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3317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Phishing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24688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fraudulent emails mimicking banks, retailers, or services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2011680"/>
            <a:ext cx="411480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3317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 Phishing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49240" y="24688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attacks on specific individuals using personal info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3383280"/>
            <a:ext cx="411480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2ED57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033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D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Smishing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960120" y="38404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via SMS text messages with malicious links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3383280"/>
            <a:ext cx="4114800" cy="1188720"/>
          </a:xfrm>
          <a:prstGeom prst="rect">
            <a:avLst/>
          </a:prstGeom>
          <a:solidFill>
            <a:srgbClr val="21262D"/>
          </a:solidFill>
          <a:ln w="12700">
            <a:solidFill>
              <a:srgbClr val="FFA502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70332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924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Vishing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349240" y="38404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 scams pretending to be tech support or IRS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Slide 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2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RECOGNIZING PHISHING EMAILS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3931920" cy="41148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95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SUSPICIOUS EMAIL DETECTED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From: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26187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32F2F"/>
                </a:solidFill>
              </a:rPr>
              <a:t>security@paypa1-alerts.com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536192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Subject: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153619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URGENT: Verify your account NOW!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810512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</a:rPr>
              <a:t>To: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181051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you@yourcompany.com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121408"/>
            <a:ext cx="38404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945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 has been SUSPENDED due to suspicious activity. You must verify your identity within 24 hours or your account will be permanently deleted.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here: http://paypa1-verify.ru/login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3703320"/>
            <a:ext cx="237744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03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CLICK HERE TO VERIFY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777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  RED FLAGS TO SPOT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234440"/>
            <a:ext cx="256032" cy="25603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937760" y="12070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domain: 'paypa1' instead of 'paypal'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737360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937760" y="17099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&amp; threatening language to create panic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240280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937760" y="22128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— not your actual name</a:t>
            </a:r>
            <a:endParaRPr lang="en-US" sz="1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743200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937760" y="27157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 to unknown .ru domain</a:t>
            </a:r>
            <a:endParaRPr lang="en-US" sz="11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24612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37760" y="32186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errors and unusual formatting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3749040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937760" y="37216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personal/login information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Slide 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2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IDENTIFYING FAKE WEBSITES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COMPARISON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solidFill>
            <a:srgbClr val="0D3B0D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D5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 https://www.paypal.com/signin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8595360" cy="457200"/>
          </a:xfrm>
          <a:prstGeom prst="rect">
            <a:avLst/>
          </a:prstGeom>
          <a:solidFill>
            <a:srgbClr val="3B0D0D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1907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http://paypa1-verify.ru/login?session=xyz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vs DANGEROUS SIGNALS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52344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1792" y="2697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with padlock icon in browser address bar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2552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1792" y="3200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domain spelling (paypal.com, not paypa1.com)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5818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" y="3703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words before the main domain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75234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02352" y="2697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only (no 's') — data is NOT encrypted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255264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02352" y="3200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brand names or numbers replacing letters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75818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02352" y="3703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TLDs like .ru .xyz .info for well-known brands</a:t>
            </a:r>
            <a:endParaRPr lang="en-US" sz="11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261104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02352" y="4206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through multiple URLs before landing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Slide 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2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ENGINEERING TACTICS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229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868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psychology — not just technology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28600" y="1463040"/>
            <a:ext cx="283464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463040"/>
            <a:ext cx="2834640" cy="3657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4996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URGENCY &amp; FEAR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18745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deleted in 24 hours!" Forces hasty decisions without thinking.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463040"/>
            <a:ext cx="283464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1463040"/>
            <a:ext cx="2834640" cy="36576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6120" y="14996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AUTHORITY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91840" y="18745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your bank's security team." Impersonates trusted figures to demand compliance.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1463040"/>
            <a:ext cx="283464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72200" y="1463040"/>
            <a:ext cx="2834640" cy="3657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14996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SCARCITY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63640" y="18745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2 spots left — claim now!" Creates pressure through artificial scarcity.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28600" y="3154680"/>
            <a:ext cx="283464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8600" y="3154680"/>
            <a:ext cx="2834640" cy="365760"/>
          </a:xfrm>
          <a:prstGeom prst="rect">
            <a:avLst/>
          </a:prstGeom>
          <a:solidFill>
            <a:srgbClr val="2ED573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31912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RECIPROCITY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0040" y="35661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"We've sent you a gift! Just verify your info." Triggers obligation to give back.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00400" y="3154680"/>
            <a:ext cx="283464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00D2D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00400" y="3154680"/>
            <a:ext cx="2834640" cy="365760"/>
          </a:xfrm>
          <a:prstGeom prst="rect">
            <a:avLst/>
          </a:prstGeom>
          <a:solidFill>
            <a:srgbClr val="00D2D3"/>
          </a:solidFill>
          <a:ln w="12700">
            <a:solidFill>
              <a:srgbClr val="00D2D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46120" y="31912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PRETEXTING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291840" y="35661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Fabricating elaborate scenarios (fake IT support) to extract information.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72200" y="3154680"/>
            <a:ext cx="2834640" cy="1508760"/>
          </a:xfrm>
          <a:prstGeom prst="rect">
            <a:avLst/>
          </a:prstGeom>
          <a:solidFill>
            <a:srgbClr val="21262D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72200" y="3154680"/>
            <a:ext cx="2834640" cy="3657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31912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BAITING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263640" y="35661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drives left in public, free downloads containing malware.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Slide 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2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PHISHING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280160"/>
          </a:xfrm>
          <a:prstGeom prst="rect">
            <a:avLst/>
          </a:prstGeom>
          <a:solidFill>
            <a:srgbClr val="21262D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73152" cy="12801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 / X Hack — 2020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247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used phone spear-phishing to gain employee credentials and hijack 130 high-profile accounts including Barack Obama and Elon Musk.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Lesson: </a:t>
            </a:r>
            <a:pPr indent="0" marL="0">
              <a:buNone/>
            </a:pPr>
            <a:r>
              <a:rPr lang="en-US" sz="11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tech-savvy employees fall for social engineering over the phone.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8595360" cy="1280160"/>
          </a:xfrm>
          <a:prstGeom prst="rect">
            <a:avLst/>
          </a:prstGeom>
          <a:solidFill>
            <a:srgbClr val="21262D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94560"/>
            <a:ext cx="73152" cy="128016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402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5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&amp; Facebook — $100M Scam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Lithuanian hacker posed as a hardware vendor, sending fake invoices to both companies over 2 years, stealing over $100 million.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992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Lesson: </a:t>
            </a:r>
            <a:pPr indent="0" marL="0">
              <a:buNone/>
            </a:pPr>
            <a:r>
              <a:rPr lang="en-US" sz="11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 (Business Email Compromise) scams target financial processes, not just credentials.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8595360" cy="1280160"/>
          </a:xfrm>
          <a:prstGeom prst="rect">
            <a:avLst/>
          </a:prstGeom>
          <a:solidFill>
            <a:srgbClr val="21262D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11880"/>
            <a:ext cx="73152" cy="12801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576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Sony Pictures — 2014 Breach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9593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sent spear-phishing emails posing as Apple security. Employees entered credentials, giving hackers full network access.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4165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Lesson: </a:t>
            </a:r>
            <a:pPr indent="0" marL="0">
              <a:buNone/>
            </a:pPr>
            <a:r>
              <a:rPr lang="en-US" sz="110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Spear-phishing with personalized details is highly effective and hard to detect.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Slide 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2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 TO STAY SAFE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06240" cy="1234440"/>
          </a:xfrm>
          <a:prstGeom prst="rect">
            <a:avLst/>
          </a:prstGeom>
          <a:solidFill>
            <a:srgbClr val="21262D"/>
          </a:solidFill>
          <a:ln w="12700">
            <a:solidFill>
              <a:srgbClr val="00D2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50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2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86968" y="8686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Before You Click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URLs. Never click links in unexpected emails — go directly to the website.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206240" cy="1234440"/>
          </a:xfrm>
          <a:prstGeom prst="rect">
            <a:avLst/>
          </a:prstGeom>
          <a:solidFill>
            <a:srgbClr val="21262D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8503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D5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7528" y="8686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Multi-Factor Authentication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2801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adds a second layer of protection. Even if your password is stolen, attackers can't login.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194560"/>
            <a:ext cx="4206240" cy="1234440"/>
          </a:xfrm>
          <a:prstGeom prst="rect">
            <a:avLst/>
          </a:prstGeom>
          <a:solidFill>
            <a:srgbClr val="21262D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677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6968" y="22860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Strong, Unique Passwords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26974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 to create and store unique passwords for every account.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194560"/>
            <a:ext cx="4206240" cy="1234440"/>
          </a:xfrm>
          <a:prstGeom prst="rect">
            <a:avLst/>
          </a:prstGeom>
          <a:solidFill>
            <a:srgbClr val="21262D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2677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A50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67528" y="22860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Software Updated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6974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patch security vulnerabilities that phishing attacks try to exploit.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611880"/>
            <a:ext cx="4206240" cy="1234440"/>
          </a:xfrm>
          <a:prstGeom prst="rect">
            <a:avLst/>
          </a:prstGeom>
          <a:solidFill>
            <a:srgbClr val="21262D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47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86968" y="3703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Suspicious Messages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41148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'Report Phishing' button in your email client. Reporting helps protect everyone.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206240" cy="1234440"/>
          </a:xfrm>
          <a:prstGeom prst="rect">
            <a:avLst/>
          </a:prstGeom>
          <a:solidFill>
            <a:srgbClr val="21262D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67528" y="3703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Before You Act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41148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if something feels urgent or too good to be true. Verify through official channels.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Slide 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2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 CHECK — QUIZ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8595360" cy="1298448"/>
          </a:xfrm>
          <a:prstGeom prst="rect">
            <a:avLst/>
          </a:prstGeom>
          <a:solidFill>
            <a:srgbClr val="21262D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8595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You receive an email from 'support@amaz0n-help.net' asking you to verify your password. What should you do?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335024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Click the link and verify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337560" y="1335024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Check the sender domain carefully — it's fake, report it ✓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335024"/>
            <a:ext cx="2651760" cy="502920"/>
          </a:xfrm>
          <a:prstGeom prst="rect">
            <a:avLst/>
          </a:prstGeom>
          <a:solidFill>
            <a:srgbClr val="0D3B0D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37560" y="1335024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Check the sender domain carefully — it's fake, report it ✓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26480" y="1335024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Reply asking for more info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2221992"/>
            <a:ext cx="8595360" cy="1298448"/>
          </a:xfrm>
          <a:prstGeom prst="rect">
            <a:avLst/>
          </a:prstGeom>
          <a:solidFill>
            <a:srgbClr val="21262D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22768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Which URL is legitimate?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2752344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https://google.com.login-verify.xyz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37560" y="2752344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http://www.google.com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26480" y="2752344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https://www.google.com ✓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26480" y="2752344"/>
            <a:ext cx="2651760" cy="502920"/>
          </a:xfrm>
          <a:prstGeom prst="rect">
            <a:avLst/>
          </a:prstGeom>
          <a:solidFill>
            <a:srgbClr val="0D3B0D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2752344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https://www.google.com ✓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3639312"/>
            <a:ext cx="8595360" cy="1298448"/>
          </a:xfrm>
          <a:prstGeom prst="rect">
            <a:avLst/>
          </a:prstGeom>
          <a:solidFill>
            <a:srgbClr val="21262D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36941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An email says 'You've won $1,000! Claim in 1 hour.' This is an example of: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4169664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 genuine promotion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337560" y="4169664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Urgency + Scarcity social engineering ✓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337560" y="4169664"/>
            <a:ext cx="2651760" cy="502920"/>
          </a:xfrm>
          <a:prstGeom prst="rect">
            <a:avLst/>
          </a:prstGeom>
          <a:solidFill>
            <a:srgbClr val="0D3B0D"/>
          </a:solidFill>
          <a:ln w="12700">
            <a:solidFill>
              <a:srgbClr val="2ED57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37560" y="4169664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Urgency + Scarcity social engineering ✓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26480" y="4169664"/>
            <a:ext cx="2651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Authority manipulation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Slide 8 / 8  |  Correct answers highlighted in green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4572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STAY VIGILANT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500" kern="0" dirty="0">
                <a:solidFill>
                  <a:srgbClr val="00D2D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STAY SECURE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371600" y="35661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Verify sender identity before clicking any link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MFA on all important accounts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 suspicious emails immediately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Think before you click — take a breath, verify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Cybersecurity Internship  |  Phishing Awareness Training  |  Task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PptxGenJS</dc:creator>
  <cp:lastModifiedBy>PptxGenJS</cp:lastModifiedBy>
  <cp:revision>1</cp:revision>
  <dcterms:created xsi:type="dcterms:W3CDTF">2026-05-06T17:36:28Z</dcterms:created>
  <dcterms:modified xsi:type="dcterms:W3CDTF">2026-05-06T17:36:28Z</dcterms:modified>
</cp:coreProperties>
</file>